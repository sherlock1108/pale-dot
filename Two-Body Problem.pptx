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71" r:id="rId6"/>
    <p:sldId id="273" r:id="rId7"/>
    <p:sldId id="274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75" r:id="rId16"/>
    <p:sldId id="283" r:id="rId17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E37ECC-4773-4176-B433-5E120B5C0B35}" v="70" dt="2025-11-17T23:05:35.2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95" d="100"/>
          <a:sy n="95" d="100"/>
        </p:scale>
        <p:origin x="163" y="67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khith Duvvapu" userId="db34df0a85b8dc5c" providerId="LiveId" clId="{8D89A818-0BF1-48F4-820E-2260ABA3462D}"/>
    <pc:docChg chg="undo custSel addSld delSld modSld sldOrd">
      <pc:chgData name="Likhith Duvvapu" userId="db34df0a85b8dc5c" providerId="LiveId" clId="{8D89A818-0BF1-48F4-820E-2260ABA3462D}" dt="2025-11-17T23:06:56.448" v="1430" actId="14100"/>
      <pc:docMkLst>
        <pc:docMk/>
      </pc:docMkLst>
      <pc:sldChg chg="addSp delSp modSp mod">
        <pc:chgData name="Likhith Duvvapu" userId="db34df0a85b8dc5c" providerId="LiveId" clId="{8D89A818-0BF1-48F4-820E-2260ABA3462D}" dt="2025-11-17T23:06:56.448" v="1430" actId="14100"/>
        <pc:sldMkLst>
          <pc:docMk/>
          <pc:sldMk cId="3600820136" sldId="256"/>
        </pc:sldMkLst>
        <pc:spChg chg="del mod">
          <ac:chgData name="Likhith Duvvapu" userId="db34df0a85b8dc5c" providerId="LiveId" clId="{8D89A818-0BF1-48F4-820E-2260ABA3462D}" dt="2025-11-17T23:06:27.324" v="1418" actId="478"/>
          <ac:spMkLst>
            <pc:docMk/>
            <pc:sldMk cId="3600820136" sldId="256"/>
            <ac:spMk id="3" creationId="{00000000-0000-0000-0000-000000000000}"/>
          </ac:spMkLst>
        </pc:spChg>
        <pc:spChg chg="add mod">
          <ac:chgData name="Likhith Duvvapu" userId="db34df0a85b8dc5c" providerId="LiveId" clId="{8D89A818-0BF1-48F4-820E-2260ABA3462D}" dt="2025-11-17T23:06:56.448" v="1430" actId="14100"/>
          <ac:spMkLst>
            <pc:docMk/>
            <pc:sldMk cId="3600820136" sldId="256"/>
            <ac:spMk id="5" creationId="{E89CD603-EFD0-8144-845E-7FAF9A159CBD}"/>
          </ac:spMkLst>
        </pc:spChg>
      </pc:sldChg>
      <pc:sldChg chg="del">
        <pc:chgData name="Likhith Duvvapu" userId="db34df0a85b8dc5c" providerId="LiveId" clId="{8D89A818-0BF1-48F4-820E-2260ABA3462D}" dt="2025-11-17T02:54:41.832" v="51" actId="47"/>
        <pc:sldMkLst>
          <pc:docMk/>
          <pc:sldMk cId="232995028" sldId="257"/>
        </pc:sldMkLst>
      </pc:sldChg>
      <pc:sldChg chg="del">
        <pc:chgData name="Likhith Duvvapu" userId="db34df0a85b8dc5c" providerId="LiveId" clId="{8D89A818-0BF1-48F4-820E-2260ABA3462D}" dt="2025-11-17T03:03:08.891" v="124" actId="47"/>
        <pc:sldMkLst>
          <pc:docMk/>
          <pc:sldMk cId="371841401" sldId="262"/>
        </pc:sldMkLst>
      </pc:sldChg>
      <pc:sldChg chg="del">
        <pc:chgData name="Likhith Duvvapu" userId="db34df0a85b8dc5c" providerId="LiveId" clId="{8D89A818-0BF1-48F4-820E-2260ABA3462D}" dt="2025-11-17T03:03:13.018" v="125" actId="47"/>
        <pc:sldMkLst>
          <pc:docMk/>
          <pc:sldMk cId="2254311003" sldId="263"/>
        </pc:sldMkLst>
      </pc:sldChg>
      <pc:sldChg chg="del">
        <pc:chgData name="Likhith Duvvapu" userId="db34df0a85b8dc5c" providerId="LiveId" clId="{8D89A818-0BF1-48F4-820E-2260ABA3462D}" dt="2025-11-17T03:03:17.643" v="127" actId="47"/>
        <pc:sldMkLst>
          <pc:docMk/>
          <pc:sldMk cId="270729863" sldId="265"/>
        </pc:sldMkLst>
      </pc:sldChg>
      <pc:sldChg chg="del">
        <pc:chgData name="Likhith Duvvapu" userId="db34df0a85b8dc5c" providerId="LiveId" clId="{8D89A818-0BF1-48F4-820E-2260ABA3462D}" dt="2025-11-17T03:03:16.472" v="126" actId="47"/>
        <pc:sldMkLst>
          <pc:docMk/>
          <pc:sldMk cId="235593404" sldId="266"/>
        </pc:sldMkLst>
      </pc:sldChg>
      <pc:sldChg chg="del">
        <pc:chgData name="Likhith Duvvapu" userId="db34df0a85b8dc5c" providerId="LiveId" clId="{8D89A818-0BF1-48F4-820E-2260ABA3462D}" dt="2025-11-17T03:03:07.566" v="123" actId="47"/>
        <pc:sldMkLst>
          <pc:docMk/>
          <pc:sldMk cId="4130843238" sldId="270"/>
        </pc:sldMkLst>
      </pc:sldChg>
      <pc:sldChg chg="addSp modSp mod">
        <pc:chgData name="Likhith Duvvapu" userId="db34df0a85b8dc5c" providerId="LiveId" clId="{8D89A818-0BF1-48F4-820E-2260ABA3462D}" dt="2025-11-17T19:12:42.521" v="643" actId="1076"/>
        <pc:sldMkLst>
          <pc:docMk/>
          <pc:sldMk cId="3970798674" sldId="271"/>
        </pc:sldMkLst>
        <pc:spChg chg="mod">
          <ac:chgData name="Likhith Duvvapu" userId="db34df0a85b8dc5c" providerId="LiveId" clId="{8D89A818-0BF1-48F4-820E-2260ABA3462D}" dt="2025-11-17T02:56:17.679" v="71" actId="20577"/>
          <ac:spMkLst>
            <pc:docMk/>
            <pc:sldMk cId="3970798674" sldId="271"/>
            <ac:spMk id="14" creationId="{00000000-0000-0000-0000-000000000000}"/>
          </ac:spMkLst>
        </pc:spChg>
        <pc:picChg chg="add mod">
          <ac:chgData name="Likhith Duvvapu" userId="db34df0a85b8dc5c" providerId="LiveId" clId="{8D89A818-0BF1-48F4-820E-2260ABA3462D}" dt="2025-11-17T01:48:08.246" v="43" actId="1076"/>
          <ac:picMkLst>
            <pc:docMk/>
            <pc:sldMk cId="3970798674" sldId="271"/>
            <ac:picMk id="3" creationId="{6ADBC561-D335-30AA-2DDB-DA9A953EDA09}"/>
          </ac:picMkLst>
        </pc:picChg>
        <pc:picChg chg="add mod">
          <ac:chgData name="Likhith Duvvapu" userId="db34df0a85b8dc5c" providerId="LiveId" clId="{8D89A818-0BF1-48F4-820E-2260ABA3462D}" dt="2025-11-17T01:48:53.362" v="47" actId="1076"/>
          <ac:picMkLst>
            <pc:docMk/>
            <pc:sldMk cId="3970798674" sldId="271"/>
            <ac:picMk id="5" creationId="{8656F033-6C07-6EAF-7204-9250BA71B7DD}"/>
          </ac:picMkLst>
        </pc:picChg>
        <pc:picChg chg="add mod">
          <ac:chgData name="Likhith Duvvapu" userId="db34df0a85b8dc5c" providerId="LiveId" clId="{8D89A818-0BF1-48F4-820E-2260ABA3462D}" dt="2025-11-17T02:56:03" v="64" actId="1076"/>
          <ac:picMkLst>
            <pc:docMk/>
            <pc:sldMk cId="3970798674" sldId="271"/>
            <ac:picMk id="7" creationId="{17129C15-2922-7107-9ABA-8C17BF281F9A}"/>
          </ac:picMkLst>
        </pc:picChg>
        <pc:picChg chg="add mod">
          <ac:chgData name="Likhith Duvvapu" userId="db34df0a85b8dc5c" providerId="LiveId" clId="{8D89A818-0BF1-48F4-820E-2260ABA3462D}" dt="2025-11-17T03:06:39.365" v="200" actId="1076"/>
          <ac:picMkLst>
            <pc:docMk/>
            <pc:sldMk cId="3970798674" sldId="271"/>
            <ac:picMk id="9" creationId="{484F865E-ED85-443C-3888-FC59F587186E}"/>
          </ac:picMkLst>
        </pc:picChg>
        <pc:picChg chg="add mod">
          <ac:chgData name="Likhith Duvvapu" userId="db34df0a85b8dc5c" providerId="LiveId" clId="{8D89A818-0BF1-48F4-820E-2260ABA3462D}" dt="2025-11-17T19:12:42.521" v="643" actId="1076"/>
          <ac:picMkLst>
            <pc:docMk/>
            <pc:sldMk cId="3970798674" sldId="271"/>
            <ac:picMk id="1026" creationId="{DE818E73-A475-32FD-4434-8E7D349345BE}"/>
          </ac:picMkLst>
        </pc:picChg>
      </pc:sldChg>
      <pc:sldChg chg="del ord">
        <pc:chgData name="Likhith Duvvapu" userId="db34df0a85b8dc5c" providerId="LiveId" clId="{8D89A818-0BF1-48F4-820E-2260ABA3462D}" dt="2025-11-17T03:03:19.491" v="129" actId="47"/>
        <pc:sldMkLst>
          <pc:docMk/>
          <pc:sldMk cId="1700091826" sldId="272"/>
        </pc:sldMkLst>
      </pc:sldChg>
      <pc:sldChg chg="addSp delSp modSp mod">
        <pc:chgData name="Likhith Duvvapu" userId="db34df0a85b8dc5c" providerId="LiveId" clId="{8D89A818-0BF1-48F4-820E-2260ABA3462D}" dt="2025-11-17T03:10:27.513" v="225" actId="14100"/>
        <pc:sldMkLst>
          <pc:docMk/>
          <pc:sldMk cId="1648180212" sldId="273"/>
        </pc:sldMkLst>
        <pc:spChg chg="mod">
          <ac:chgData name="Likhith Duvvapu" userId="db34df0a85b8dc5c" providerId="LiveId" clId="{8D89A818-0BF1-48F4-820E-2260ABA3462D}" dt="2025-11-17T02:59:04.151" v="94" actId="5793"/>
          <ac:spMkLst>
            <pc:docMk/>
            <pc:sldMk cId="1648180212" sldId="273"/>
            <ac:spMk id="5" creationId="{00000000-0000-0000-0000-000000000000}"/>
          </ac:spMkLst>
        </pc:spChg>
        <pc:spChg chg="add del mod">
          <ac:chgData name="Likhith Duvvapu" userId="db34df0a85b8dc5c" providerId="LiveId" clId="{8D89A818-0BF1-48F4-820E-2260ABA3462D}" dt="2025-11-17T02:58:00.882" v="87" actId="478"/>
          <ac:spMkLst>
            <pc:docMk/>
            <pc:sldMk cId="1648180212" sldId="273"/>
            <ac:spMk id="10" creationId="{D8CF3767-8231-681A-0D4F-90405E26561A}"/>
          </ac:spMkLst>
        </pc:spChg>
        <pc:spChg chg="add mod">
          <ac:chgData name="Likhith Duvvapu" userId="db34df0a85b8dc5c" providerId="LiveId" clId="{8D89A818-0BF1-48F4-820E-2260ABA3462D}" dt="2025-11-17T03:10:27.513" v="225" actId="14100"/>
          <ac:spMkLst>
            <pc:docMk/>
            <pc:sldMk cId="1648180212" sldId="273"/>
            <ac:spMk id="17" creationId="{232BA0E4-C9D1-BB2D-42D7-7511C6230749}"/>
          </ac:spMkLst>
        </pc:spChg>
        <pc:graphicFrameChg chg="del mod modGraphic">
          <ac:chgData name="Likhith Duvvapu" userId="db34df0a85b8dc5c" providerId="LiveId" clId="{8D89A818-0BF1-48F4-820E-2260ABA3462D}" dt="2025-11-17T02:57:54.327" v="85" actId="478"/>
          <ac:graphicFrameMkLst>
            <pc:docMk/>
            <pc:sldMk cId="1648180212" sldId="273"/>
            <ac:graphicFrameMk id="6" creationId="{00000000-0000-0000-0000-000000000000}"/>
          </ac:graphicFrameMkLst>
        </pc:graphicFrameChg>
        <pc:picChg chg="add mod">
          <ac:chgData name="Likhith Duvvapu" userId="db34df0a85b8dc5c" providerId="LiveId" clId="{8D89A818-0BF1-48F4-820E-2260ABA3462D}" dt="2025-11-17T02:56:51.144" v="77" actId="1076"/>
          <ac:picMkLst>
            <pc:docMk/>
            <pc:sldMk cId="1648180212" sldId="273"/>
            <ac:picMk id="4" creationId="{D15DE482-FEC7-C6F1-D37F-E6DF1C61EAD5}"/>
          </ac:picMkLst>
        </pc:picChg>
        <pc:picChg chg="add mod">
          <ac:chgData name="Likhith Duvvapu" userId="db34df0a85b8dc5c" providerId="LiveId" clId="{8D89A818-0BF1-48F4-820E-2260ABA3462D}" dt="2025-11-17T02:58:19.226" v="90" actId="1076"/>
          <ac:picMkLst>
            <pc:docMk/>
            <pc:sldMk cId="1648180212" sldId="273"/>
            <ac:picMk id="8" creationId="{28FAAEAF-D1C1-7065-C210-C7E14D307C72}"/>
          </ac:picMkLst>
        </pc:picChg>
        <pc:picChg chg="add mod">
          <ac:chgData name="Likhith Duvvapu" userId="db34df0a85b8dc5c" providerId="LiveId" clId="{8D89A818-0BF1-48F4-820E-2260ABA3462D}" dt="2025-11-17T02:58:24.227" v="91" actId="1076"/>
          <ac:picMkLst>
            <pc:docMk/>
            <pc:sldMk cId="1648180212" sldId="273"/>
            <ac:picMk id="12" creationId="{2D019B40-9A31-BED2-6D76-0664432F04F6}"/>
          </ac:picMkLst>
        </pc:picChg>
        <pc:picChg chg="add mod">
          <ac:chgData name="Likhith Duvvapu" userId="db34df0a85b8dc5c" providerId="LiveId" clId="{8D89A818-0BF1-48F4-820E-2260ABA3462D}" dt="2025-11-17T02:59:09.111" v="96" actId="1076"/>
          <ac:picMkLst>
            <pc:docMk/>
            <pc:sldMk cId="1648180212" sldId="273"/>
            <ac:picMk id="14" creationId="{0D444055-8AC1-B730-5A16-C020305F9FC2}"/>
          </ac:picMkLst>
        </pc:picChg>
        <pc:picChg chg="add mod">
          <ac:chgData name="Likhith Duvvapu" userId="db34df0a85b8dc5c" providerId="LiveId" clId="{8D89A818-0BF1-48F4-820E-2260ABA3462D}" dt="2025-11-17T02:59:54.075" v="99" actId="1076"/>
          <ac:picMkLst>
            <pc:docMk/>
            <pc:sldMk cId="1648180212" sldId="273"/>
            <ac:picMk id="16" creationId="{7151F5A6-9073-EF76-C82A-D363197CD773}"/>
          </ac:picMkLst>
        </pc:picChg>
      </pc:sldChg>
      <pc:sldChg chg="del">
        <pc:chgData name="Likhith Duvvapu" userId="db34df0a85b8dc5c" providerId="LiveId" clId="{8D89A818-0BF1-48F4-820E-2260ABA3462D}" dt="2025-11-17T03:03:21.069" v="130" actId="47"/>
        <pc:sldMkLst>
          <pc:docMk/>
          <pc:sldMk cId="1169932064" sldId="274"/>
        </pc:sldMkLst>
      </pc:sldChg>
      <pc:sldChg chg="addSp delSp modSp new mod">
        <pc:chgData name="Likhith Duvvapu" userId="db34df0a85b8dc5c" providerId="LiveId" clId="{8D89A818-0BF1-48F4-820E-2260ABA3462D}" dt="2025-11-17T16:12:41.173" v="458" actId="20577"/>
        <pc:sldMkLst>
          <pc:docMk/>
          <pc:sldMk cId="1906001452" sldId="274"/>
        </pc:sldMkLst>
        <pc:spChg chg="del mod">
          <ac:chgData name="Likhith Duvvapu" userId="db34df0a85b8dc5c" providerId="LiveId" clId="{8D89A818-0BF1-48F4-820E-2260ABA3462D}" dt="2025-11-17T03:03:39.203" v="133" actId="478"/>
          <ac:spMkLst>
            <pc:docMk/>
            <pc:sldMk cId="1906001452" sldId="274"/>
            <ac:spMk id="2" creationId="{4DFCE972-148A-E056-F3EB-FFCC330D3E56}"/>
          </ac:spMkLst>
        </pc:spChg>
        <pc:spChg chg="del mod">
          <ac:chgData name="Likhith Duvvapu" userId="db34df0a85b8dc5c" providerId="LiveId" clId="{8D89A818-0BF1-48F4-820E-2260ABA3462D}" dt="2025-11-17T16:09:09.855" v="435" actId="478"/>
          <ac:spMkLst>
            <pc:docMk/>
            <pc:sldMk cId="1906001452" sldId="274"/>
            <ac:spMk id="3" creationId="{C568F8EE-6BE7-2D2A-2F87-9E9178A33896}"/>
          </ac:spMkLst>
        </pc:spChg>
        <pc:spChg chg="add del mod">
          <ac:chgData name="Likhith Duvvapu" userId="db34df0a85b8dc5c" providerId="LiveId" clId="{8D89A818-0BF1-48F4-820E-2260ABA3462D}" dt="2025-11-17T03:04:18.895" v="141" actId="478"/>
          <ac:spMkLst>
            <pc:docMk/>
            <pc:sldMk cId="1906001452" sldId="274"/>
            <ac:spMk id="4" creationId="{AD34617A-2002-D045-0535-4574CB7908EE}"/>
          </ac:spMkLst>
        </pc:spChg>
        <pc:spChg chg="add del mod">
          <ac:chgData name="Likhith Duvvapu" userId="db34df0a85b8dc5c" providerId="LiveId" clId="{8D89A818-0BF1-48F4-820E-2260ABA3462D}" dt="2025-11-17T03:09:39.441" v="216" actId="478"/>
          <ac:spMkLst>
            <pc:docMk/>
            <pc:sldMk cId="1906001452" sldId="274"/>
            <ac:spMk id="5" creationId="{85A99689-6975-924F-FE9A-9D9CFA7B7FE5}"/>
          </ac:spMkLst>
        </pc:spChg>
        <pc:spChg chg="add mod">
          <ac:chgData name="Likhith Duvvapu" userId="db34df0a85b8dc5c" providerId="LiveId" clId="{8D89A818-0BF1-48F4-820E-2260ABA3462D}" dt="2025-11-17T16:12:41.173" v="458" actId="20577"/>
          <ac:spMkLst>
            <pc:docMk/>
            <pc:sldMk cId="1906001452" sldId="274"/>
            <ac:spMk id="29" creationId="{690331DE-BBED-E3BA-8B0B-7016B125A775}"/>
          </ac:spMkLst>
        </pc:spChg>
        <pc:picChg chg="add mod">
          <ac:chgData name="Likhith Duvvapu" userId="db34df0a85b8dc5c" providerId="LiveId" clId="{8D89A818-0BF1-48F4-820E-2260ABA3462D}" dt="2025-11-17T16:09:12.931" v="436" actId="1076"/>
          <ac:picMkLst>
            <pc:docMk/>
            <pc:sldMk cId="1906001452" sldId="274"/>
            <ac:picMk id="7" creationId="{1F20CC17-F9D8-C47D-4D0B-CC74FD1A7901}"/>
          </ac:picMkLst>
        </pc:picChg>
        <pc:picChg chg="add del mod">
          <ac:chgData name="Likhith Duvvapu" userId="db34df0a85b8dc5c" providerId="LiveId" clId="{8D89A818-0BF1-48F4-820E-2260ABA3462D}" dt="2025-11-17T03:17:58.361" v="291" actId="478"/>
          <ac:picMkLst>
            <pc:docMk/>
            <pc:sldMk cId="1906001452" sldId="274"/>
            <ac:picMk id="9" creationId="{22B22332-8A11-8C93-95C3-FCA4E320C228}"/>
          </ac:picMkLst>
        </pc:picChg>
        <pc:picChg chg="add del mod">
          <ac:chgData name="Likhith Duvvapu" userId="db34df0a85b8dc5c" providerId="LiveId" clId="{8D89A818-0BF1-48F4-820E-2260ABA3462D}" dt="2025-11-17T03:11:25.512" v="229" actId="478"/>
          <ac:picMkLst>
            <pc:docMk/>
            <pc:sldMk cId="1906001452" sldId="274"/>
            <ac:picMk id="11" creationId="{01CE0224-B93F-4B17-7014-7428DEF83860}"/>
          </ac:picMkLst>
        </pc:picChg>
        <pc:picChg chg="add del mod">
          <ac:chgData name="Likhith Duvvapu" userId="db34df0a85b8dc5c" providerId="LiveId" clId="{8D89A818-0BF1-48F4-820E-2260ABA3462D}" dt="2025-11-17T03:17:31.177" v="282" actId="478"/>
          <ac:picMkLst>
            <pc:docMk/>
            <pc:sldMk cId="1906001452" sldId="274"/>
            <ac:picMk id="13" creationId="{AA11442B-16B6-688D-98EA-E4878DDCBB79}"/>
          </ac:picMkLst>
        </pc:picChg>
        <pc:picChg chg="add del mod">
          <ac:chgData name="Likhith Duvvapu" userId="db34df0a85b8dc5c" providerId="LiveId" clId="{8D89A818-0BF1-48F4-820E-2260ABA3462D}" dt="2025-11-17T03:17:46.450" v="288" actId="478"/>
          <ac:picMkLst>
            <pc:docMk/>
            <pc:sldMk cId="1906001452" sldId="274"/>
            <ac:picMk id="15" creationId="{BC4F8ECF-B91E-CFD2-DDA9-30BD0B1C9C25}"/>
          </ac:picMkLst>
        </pc:picChg>
        <pc:picChg chg="add del mod">
          <ac:chgData name="Likhith Duvvapu" userId="db34df0a85b8dc5c" providerId="LiveId" clId="{8D89A818-0BF1-48F4-820E-2260ABA3462D}" dt="2025-11-17T03:13:22.034" v="241" actId="478"/>
          <ac:picMkLst>
            <pc:docMk/>
            <pc:sldMk cId="1906001452" sldId="274"/>
            <ac:picMk id="17" creationId="{D779339D-84C2-5F8C-1FBC-78EA2CF332A8}"/>
          </ac:picMkLst>
        </pc:picChg>
        <pc:picChg chg="add del mod">
          <ac:chgData name="Likhith Duvvapu" userId="db34df0a85b8dc5c" providerId="LiveId" clId="{8D89A818-0BF1-48F4-820E-2260ABA3462D}" dt="2025-11-17T03:18:23.007" v="299" actId="478"/>
          <ac:picMkLst>
            <pc:docMk/>
            <pc:sldMk cId="1906001452" sldId="274"/>
            <ac:picMk id="19" creationId="{9511C23D-75FB-A424-A903-8588246D9DD4}"/>
          </ac:picMkLst>
        </pc:picChg>
        <pc:picChg chg="add del mod">
          <ac:chgData name="Likhith Duvvapu" userId="db34df0a85b8dc5c" providerId="LiveId" clId="{8D89A818-0BF1-48F4-820E-2260ABA3462D}" dt="2025-11-17T03:18:15.574" v="296" actId="478"/>
          <ac:picMkLst>
            <pc:docMk/>
            <pc:sldMk cId="1906001452" sldId="274"/>
            <ac:picMk id="21" creationId="{B1433624-8A4E-2736-CEED-553139FAB78D}"/>
          </ac:picMkLst>
        </pc:picChg>
        <pc:picChg chg="add mod">
          <ac:chgData name="Likhith Duvvapu" userId="db34df0a85b8dc5c" providerId="LiveId" clId="{8D89A818-0BF1-48F4-820E-2260ABA3462D}" dt="2025-11-17T16:10:13.524" v="439" actId="1076"/>
          <ac:picMkLst>
            <pc:docMk/>
            <pc:sldMk cId="1906001452" sldId="274"/>
            <ac:picMk id="23" creationId="{CF6D8467-5404-2C0A-896D-F39B56D7D14C}"/>
          </ac:picMkLst>
        </pc:picChg>
        <pc:picChg chg="add mod">
          <ac:chgData name="Likhith Duvvapu" userId="db34df0a85b8dc5c" providerId="LiveId" clId="{8D89A818-0BF1-48F4-820E-2260ABA3462D}" dt="2025-11-17T03:16:28.470" v="279" actId="1076"/>
          <ac:picMkLst>
            <pc:docMk/>
            <pc:sldMk cId="1906001452" sldId="274"/>
            <ac:picMk id="25" creationId="{9A6D37E0-1E41-D2D4-9B3C-DC83D0058C69}"/>
          </ac:picMkLst>
        </pc:picChg>
        <pc:picChg chg="add mod">
          <ac:chgData name="Likhith Duvvapu" userId="db34df0a85b8dc5c" providerId="LiveId" clId="{8D89A818-0BF1-48F4-820E-2260ABA3462D}" dt="2025-11-17T03:18:35.762" v="302" actId="1076"/>
          <ac:picMkLst>
            <pc:docMk/>
            <pc:sldMk cId="1906001452" sldId="274"/>
            <ac:picMk id="27" creationId="{6896D204-4AB1-9277-8B78-0DB67D0060F0}"/>
          </ac:picMkLst>
        </pc:picChg>
        <pc:picChg chg="add del mod">
          <ac:chgData name="Likhith Duvvapu" userId="db34df0a85b8dc5c" providerId="LiveId" clId="{8D89A818-0BF1-48F4-820E-2260ABA3462D}" dt="2025-11-17T16:10:33.505" v="441" actId="478"/>
          <ac:picMkLst>
            <pc:docMk/>
            <pc:sldMk cId="1906001452" sldId="274"/>
            <ac:picMk id="31" creationId="{443992D2-82CD-E301-E3C7-67701F581BFB}"/>
          </ac:picMkLst>
        </pc:picChg>
        <pc:picChg chg="add mod">
          <ac:chgData name="Likhith Duvvapu" userId="db34df0a85b8dc5c" providerId="LiveId" clId="{8D89A818-0BF1-48F4-820E-2260ABA3462D}" dt="2025-11-17T16:12:37.721" v="457" actId="1076"/>
          <ac:picMkLst>
            <pc:docMk/>
            <pc:sldMk cId="1906001452" sldId="274"/>
            <ac:picMk id="33" creationId="{D862403B-3690-4B82-4D1B-FE72E8EA459E}"/>
          </ac:picMkLst>
        </pc:picChg>
      </pc:sldChg>
      <pc:sldChg chg="del">
        <pc:chgData name="Likhith Duvvapu" userId="db34df0a85b8dc5c" providerId="LiveId" clId="{8D89A818-0BF1-48F4-820E-2260ABA3462D}" dt="2025-11-17T03:03:18.435" v="128" actId="47"/>
        <pc:sldMkLst>
          <pc:docMk/>
          <pc:sldMk cId="1249502989" sldId="275"/>
        </pc:sldMkLst>
      </pc:sldChg>
      <pc:sldChg chg="addSp delSp modSp new mod ord">
        <pc:chgData name="Likhith Duvvapu" userId="db34df0a85b8dc5c" providerId="LiveId" clId="{8D89A818-0BF1-48F4-820E-2260ABA3462D}" dt="2025-11-17T22:07:38.383" v="731"/>
        <pc:sldMkLst>
          <pc:docMk/>
          <pc:sldMk cId="1927541733" sldId="275"/>
        </pc:sldMkLst>
        <pc:spChg chg="del mod">
          <ac:chgData name="Likhith Duvvapu" userId="db34df0a85b8dc5c" providerId="LiveId" clId="{8D89A818-0BF1-48F4-820E-2260ABA3462D}" dt="2025-11-17T03:17:38.453" v="285" actId="478"/>
          <ac:spMkLst>
            <pc:docMk/>
            <pc:sldMk cId="1927541733" sldId="275"/>
            <ac:spMk id="2" creationId="{3719CF8F-4C1B-4B42-6869-FE55B2D91CAB}"/>
          </ac:spMkLst>
        </pc:spChg>
        <pc:spChg chg="del mod">
          <ac:chgData name="Likhith Duvvapu" userId="db34df0a85b8dc5c" providerId="LiveId" clId="{8D89A818-0BF1-48F4-820E-2260ABA3462D}" dt="2025-11-17T22:06:42.002" v="723" actId="478"/>
          <ac:spMkLst>
            <pc:docMk/>
            <pc:sldMk cId="1927541733" sldId="275"/>
            <ac:spMk id="3" creationId="{A981F232-D1F5-5377-9C31-69E8B78A6472}"/>
          </ac:spMkLst>
        </pc:spChg>
        <pc:picChg chg="add del mod">
          <ac:chgData name="Likhith Duvvapu" userId="db34df0a85b8dc5c" providerId="LiveId" clId="{8D89A818-0BF1-48F4-820E-2260ABA3462D}" dt="2025-11-17T03:25:10.677" v="344" actId="478"/>
          <ac:picMkLst>
            <pc:docMk/>
            <pc:sldMk cId="1927541733" sldId="275"/>
            <ac:picMk id="4" creationId="{1FF2717F-C81B-3DAC-F106-298942F49958}"/>
          </ac:picMkLst>
        </pc:picChg>
        <pc:picChg chg="add del mod">
          <ac:chgData name="Likhith Duvvapu" userId="db34df0a85b8dc5c" providerId="LiveId" clId="{8D89A818-0BF1-48F4-820E-2260ABA3462D}" dt="2025-11-17T03:25:20.341" v="347" actId="478"/>
          <ac:picMkLst>
            <pc:docMk/>
            <pc:sldMk cId="1927541733" sldId="275"/>
            <ac:picMk id="5" creationId="{02A57EB1-E39A-6398-BB66-762FCC382E68}"/>
          </ac:picMkLst>
        </pc:picChg>
        <pc:picChg chg="add del mod">
          <ac:chgData name="Likhith Duvvapu" userId="db34df0a85b8dc5c" providerId="LiveId" clId="{8D89A818-0BF1-48F4-820E-2260ABA3462D}" dt="2025-11-17T19:35:57.500" v="650" actId="478"/>
          <ac:picMkLst>
            <pc:docMk/>
            <pc:sldMk cId="1927541733" sldId="275"/>
            <ac:picMk id="6" creationId="{0CC63ECC-6DBF-3649-23CB-DC2CB676D367}"/>
          </ac:picMkLst>
        </pc:picChg>
        <pc:picChg chg="add del mod">
          <ac:chgData name="Likhith Duvvapu" userId="db34df0a85b8dc5c" providerId="LiveId" clId="{8D89A818-0BF1-48F4-820E-2260ABA3462D}" dt="2025-11-17T03:32:38.207" v="350" actId="478"/>
          <ac:picMkLst>
            <pc:docMk/>
            <pc:sldMk cId="1927541733" sldId="275"/>
            <ac:picMk id="7" creationId="{33BFF2FE-842A-8908-63BA-EB19BE1691F1}"/>
          </ac:picMkLst>
        </pc:picChg>
        <pc:picChg chg="add del mod">
          <ac:chgData name="Likhith Duvvapu" userId="db34df0a85b8dc5c" providerId="LiveId" clId="{8D89A818-0BF1-48F4-820E-2260ABA3462D}" dt="2025-11-17T03:32:50.120" v="353" actId="478"/>
          <ac:picMkLst>
            <pc:docMk/>
            <pc:sldMk cId="1927541733" sldId="275"/>
            <ac:picMk id="8" creationId="{2DA9677A-E269-209C-0FDA-37D3D9A2C536}"/>
          </ac:picMkLst>
        </pc:picChg>
        <pc:picChg chg="add mod">
          <ac:chgData name="Likhith Duvvapu" userId="db34df0a85b8dc5c" providerId="LiveId" clId="{8D89A818-0BF1-48F4-820E-2260ABA3462D}" dt="2025-11-17T22:06:54.833" v="727" actId="1076"/>
          <ac:picMkLst>
            <pc:docMk/>
            <pc:sldMk cId="1927541733" sldId="275"/>
            <ac:picMk id="9" creationId="{F598EE89-4317-72D3-682F-ED2DD880FC08}"/>
          </ac:picMkLst>
        </pc:picChg>
      </pc:sldChg>
      <pc:sldChg chg="addSp delSp modSp new mod">
        <pc:chgData name="Likhith Duvvapu" userId="db34df0a85b8dc5c" providerId="LiveId" clId="{8D89A818-0BF1-48F4-820E-2260ABA3462D}" dt="2025-11-17T22:01:07.042" v="695" actId="20577"/>
        <pc:sldMkLst>
          <pc:docMk/>
          <pc:sldMk cId="483070789" sldId="276"/>
        </pc:sldMkLst>
        <pc:spChg chg="add del">
          <ac:chgData name="Likhith Duvvapu" userId="db34df0a85b8dc5c" providerId="LiveId" clId="{8D89A818-0BF1-48F4-820E-2260ABA3462D}" dt="2025-11-17T03:20:34.162" v="314" actId="22"/>
          <ac:spMkLst>
            <pc:docMk/>
            <pc:sldMk cId="483070789" sldId="276"/>
            <ac:spMk id="3" creationId="{88CF9E96-80D4-109C-F04E-FAD937A15A71}"/>
          </ac:spMkLst>
        </pc:spChg>
        <pc:spChg chg="add mod">
          <ac:chgData name="Likhith Duvvapu" userId="db34df0a85b8dc5c" providerId="LiveId" clId="{8D89A818-0BF1-48F4-820E-2260ABA3462D}" dt="2025-11-17T03:21:54.757" v="341" actId="20577"/>
          <ac:spMkLst>
            <pc:docMk/>
            <pc:sldMk cId="483070789" sldId="276"/>
            <ac:spMk id="5" creationId="{96F66C1A-D0FE-ADF8-9AD8-05A411DBAD39}"/>
          </ac:spMkLst>
        </pc:spChg>
        <pc:spChg chg="add mod">
          <ac:chgData name="Likhith Duvvapu" userId="db34df0a85b8dc5c" providerId="LiveId" clId="{8D89A818-0BF1-48F4-820E-2260ABA3462D}" dt="2025-11-17T22:01:07.042" v="695" actId="20577"/>
          <ac:spMkLst>
            <pc:docMk/>
            <pc:sldMk cId="483070789" sldId="276"/>
            <ac:spMk id="15" creationId="{44E1E417-AE16-A975-2CAB-7BDC919F5306}"/>
          </ac:spMkLst>
        </pc:spChg>
        <pc:picChg chg="add mod">
          <ac:chgData name="Likhith Duvvapu" userId="db34df0a85b8dc5c" providerId="LiveId" clId="{8D89A818-0BF1-48F4-820E-2260ABA3462D}" dt="2025-11-17T03:21:46.688" v="340" actId="1076"/>
          <ac:picMkLst>
            <pc:docMk/>
            <pc:sldMk cId="483070789" sldId="276"/>
            <ac:picMk id="7" creationId="{C8F9E080-4DF1-815A-C125-BC54F968F941}"/>
          </ac:picMkLst>
        </pc:picChg>
        <pc:picChg chg="add mod">
          <ac:chgData name="Likhith Duvvapu" userId="db34df0a85b8dc5c" providerId="LiveId" clId="{8D89A818-0BF1-48F4-820E-2260ABA3462D}" dt="2025-11-17T03:23:48.384" v="343" actId="1076"/>
          <ac:picMkLst>
            <pc:docMk/>
            <pc:sldMk cId="483070789" sldId="276"/>
            <ac:picMk id="9" creationId="{7C2E9513-E484-F15B-C4F3-9F9104D3B5E0}"/>
          </ac:picMkLst>
        </pc:picChg>
        <pc:picChg chg="add mod">
          <ac:chgData name="Likhith Duvvapu" userId="db34df0a85b8dc5c" providerId="LiveId" clId="{8D89A818-0BF1-48F4-820E-2260ABA3462D}" dt="2025-11-17T03:25:16.761" v="346" actId="1076"/>
          <ac:picMkLst>
            <pc:docMk/>
            <pc:sldMk cId="483070789" sldId="276"/>
            <ac:picMk id="10" creationId="{14178D7D-22FA-5135-5C5B-B1EF64C900A0}"/>
          </ac:picMkLst>
        </pc:picChg>
        <pc:picChg chg="add mod">
          <ac:chgData name="Likhith Duvvapu" userId="db34df0a85b8dc5c" providerId="LiveId" clId="{8D89A818-0BF1-48F4-820E-2260ABA3462D}" dt="2025-11-17T03:25:25.577" v="349" actId="1076"/>
          <ac:picMkLst>
            <pc:docMk/>
            <pc:sldMk cId="483070789" sldId="276"/>
            <ac:picMk id="11" creationId="{265F9FE1-B692-2A09-3BDA-871DDC094A9D}"/>
          </ac:picMkLst>
        </pc:picChg>
        <pc:picChg chg="add mod">
          <ac:chgData name="Likhith Duvvapu" userId="db34df0a85b8dc5c" providerId="LiveId" clId="{8D89A818-0BF1-48F4-820E-2260ABA3462D}" dt="2025-11-17T03:32:44.817" v="352" actId="1076"/>
          <ac:picMkLst>
            <pc:docMk/>
            <pc:sldMk cId="483070789" sldId="276"/>
            <ac:picMk id="12" creationId="{937AEAF7-C25A-1C62-64C8-33EEE8FC1F5E}"/>
          </ac:picMkLst>
        </pc:picChg>
        <pc:picChg chg="add mod">
          <ac:chgData name="Likhith Duvvapu" userId="db34df0a85b8dc5c" providerId="LiveId" clId="{8D89A818-0BF1-48F4-820E-2260ABA3462D}" dt="2025-11-17T03:32:56.549" v="355" actId="1076"/>
          <ac:picMkLst>
            <pc:docMk/>
            <pc:sldMk cId="483070789" sldId="276"/>
            <ac:picMk id="13" creationId="{7467EF94-9A88-D81D-78E7-61AE8E5175D6}"/>
          </ac:picMkLst>
        </pc:picChg>
        <pc:picChg chg="add del mod">
          <ac:chgData name="Likhith Duvvapu" userId="db34df0a85b8dc5c" providerId="LiveId" clId="{8D89A818-0BF1-48F4-820E-2260ABA3462D}" dt="2025-11-17T03:50:28.927" v="373" actId="478"/>
          <ac:picMkLst>
            <pc:docMk/>
            <pc:sldMk cId="483070789" sldId="276"/>
            <ac:picMk id="17" creationId="{A3E4E28E-E94B-ED26-F214-77C1495DF8B1}"/>
          </ac:picMkLst>
        </pc:picChg>
      </pc:sldChg>
      <pc:sldChg chg="new del">
        <pc:chgData name="Likhith Duvvapu" userId="db34df0a85b8dc5c" providerId="LiveId" clId="{8D89A818-0BF1-48F4-820E-2260ABA3462D}" dt="2025-11-17T03:20:16.673" v="311" actId="47"/>
        <pc:sldMkLst>
          <pc:docMk/>
          <pc:sldMk cId="777184893" sldId="276"/>
        </pc:sldMkLst>
      </pc:sldChg>
      <pc:sldChg chg="addSp delSp modSp new mod">
        <pc:chgData name="Likhith Duvvapu" userId="db34df0a85b8dc5c" providerId="LiveId" clId="{8D89A818-0BF1-48F4-820E-2260ABA3462D}" dt="2025-11-17T22:03:23.379" v="709" actId="20577"/>
        <pc:sldMkLst>
          <pc:docMk/>
          <pc:sldMk cId="1740948893" sldId="277"/>
        </pc:sldMkLst>
        <pc:spChg chg="add del mod">
          <ac:chgData name="Likhith Duvvapu" userId="db34df0a85b8dc5c" providerId="LiveId" clId="{8D89A818-0BF1-48F4-820E-2260ABA3462D}" dt="2025-11-17T04:01:15.889" v="390" actId="478"/>
          <ac:spMkLst>
            <pc:docMk/>
            <pc:sldMk cId="1740948893" sldId="277"/>
            <ac:spMk id="11" creationId="{02B711D9-38B7-9D74-7B67-41904311BCBB}"/>
          </ac:spMkLst>
        </pc:spChg>
        <pc:spChg chg="add mod">
          <ac:chgData name="Likhith Duvvapu" userId="db34df0a85b8dc5c" providerId="LiveId" clId="{8D89A818-0BF1-48F4-820E-2260ABA3462D}" dt="2025-11-17T22:03:23.379" v="709" actId="20577"/>
          <ac:spMkLst>
            <pc:docMk/>
            <pc:sldMk cId="1740948893" sldId="277"/>
            <ac:spMk id="15" creationId="{DBA91FAE-8623-25F9-ED26-35629B3F62EC}"/>
          </ac:spMkLst>
        </pc:spChg>
        <pc:picChg chg="add mod">
          <ac:chgData name="Likhith Duvvapu" userId="db34df0a85b8dc5c" providerId="LiveId" clId="{8D89A818-0BF1-48F4-820E-2260ABA3462D}" dt="2025-11-17T03:50:43.873" v="377" actId="1076"/>
          <ac:picMkLst>
            <pc:docMk/>
            <pc:sldMk cId="1740948893" sldId="277"/>
            <ac:picMk id="2" creationId="{145E3BC3-220D-3A41-D5E6-1B3E50F172B3}"/>
          </ac:picMkLst>
        </pc:picChg>
        <pc:picChg chg="add mod">
          <ac:chgData name="Likhith Duvvapu" userId="db34df0a85b8dc5c" providerId="LiveId" clId="{8D89A818-0BF1-48F4-820E-2260ABA3462D}" dt="2025-11-17T03:51:15.219" v="379" actId="1076"/>
          <ac:picMkLst>
            <pc:docMk/>
            <pc:sldMk cId="1740948893" sldId="277"/>
            <ac:picMk id="4" creationId="{C8865510-4D24-70FA-CCF9-F18D27E3C88A}"/>
          </ac:picMkLst>
        </pc:picChg>
        <pc:picChg chg="add mod">
          <ac:chgData name="Likhith Duvvapu" userId="db34df0a85b8dc5c" providerId="LiveId" clId="{8D89A818-0BF1-48F4-820E-2260ABA3462D}" dt="2025-11-17T03:52:02.731" v="384" actId="1076"/>
          <ac:picMkLst>
            <pc:docMk/>
            <pc:sldMk cId="1740948893" sldId="277"/>
            <ac:picMk id="6" creationId="{42AAE862-1CF6-C01A-3933-13C935861230}"/>
          </ac:picMkLst>
        </pc:picChg>
        <pc:picChg chg="add mod">
          <ac:chgData name="Likhith Duvvapu" userId="db34df0a85b8dc5c" providerId="LiveId" clId="{8D89A818-0BF1-48F4-820E-2260ABA3462D}" dt="2025-11-17T03:52:05.919" v="385" actId="1076"/>
          <ac:picMkLst>
            <pc:docMk/>
            <pc:sldMk cId="1740948893" sldId="277"/>
            <ac:picMk id="8" creationId="{AD46C17D-2BE9-B18F-DF46-C04FDF4EED94}"/>
          </ac:picMkLst>
        </pc:picChg>
        <pc:picChg chg="add mod">
          <ac:chgData name="Likhith Duvvapu" userId="db34df0a85b8dc5c" providerId="LiveId" clId="{8D89A818-0BF1-48F4-820E-2260ABA3462D}" dt="2025-11-17T04:04:43.446" v="422" actId="1076"/>
          <ac:picMkLst>
            <pc:docMk/>
            <pc:sldMk cId="1740948893" sldId="277"/>
            <ac:picMk id="10" creationId="{68A0C599-6280-B647-E9F0-9A908E6F1043}"/>
          </ac:picMkLst>
        </pc:picChg>
        <pc:picChg chg="add mod">
          <ac:chgData name="Likhith Duvvapu" userId="db34df0a85b8dc5c" providerId="LiveId" clId="{8D89A818-0BF1-48F4-820E-2260ABA3462D}" dt="2025-11-17T04:04:41.309" v="421" actId="1076"/>
          <ac:picMkLst>
            <pc:docMk/>
            <pc:sldMk cId="1740948893" sldId="277"/>
            <ac:picMk id="13" creationId="{C473EB56-553E-2FB7-8A67-A6CBAC237B11}"/>
          </ac:picMkLst>
        </pc:picChg>
        <pc:picChg chg="add mod">
          <ac:chgData name="Likhith Duvvapu" userId="db34df0a85b8dc5c" providerId="LiveId" clId="{8D89A818-0BF1-48F4-820E-2260ABA3462D}" dt="2025-11-17T04:05:14.700" v="425" actId="1076"/>
          <ac:picMkLst>
            <pc:docMk/>
            <pc:sldMk cId="1740948893" sldId="277"/>
            <ac:picMk id="17" creationId="{5CB4E5F0-15CA-AF9C-6C77-53FADC4433F5}"/>
          </ac:picMkLst>
        </pc:picChg>
      </pc:sldChg>
      <pc:sldChg chg="addSp delSp modSp new mod">
        <pc:chgData name="Likhith Duvvapu" userId="db34df0a85b8dc5c" providerId="LiveId" clId="{8D89A818-0BF1-48F4-820E-2260ABA3462D}" dt="2025-11-17T22:06:12.355" v="721" actId="14100"/>
        <pc:sldMkLst>
          <pc:docMk/>
          <pc:sldMk cId="2190906100" sldId="278"/>
        </pc:sldMkLst>
        <pc:spChg chg="add mod">
          <ac:chgData name="Likhith Duvvapu" userId="db34df0a85b8dc5c" providerId="LiveId" clId="{8D89A818-0BF1-48F4-820E-2260ABA3462D}" dt="2025-11-17T22:06:06.383" v="720" actId="1076"/>
          <ac:spMkLst>
            <pc:docMk/>
            <pc:sldMk cId="2190906100" sldId="278"/>
            <ac:spMk id="3" creationId="{FDAED99E-AB9E-5B1B-EE9F-A07631824F74}"/>
          </ac:spMkLst>
        </pc:spChg>
        <pc:picChg chg="add del mod">
          <ac:chgData name="Likhith Duvvapu" userId="db34df0a85b8dc5c" providerId="LiveId" clId="{8D89A818-0BF1-48F4-820E-2260ABA3462D}" dt="2025-11-17T19:33:21.404" v="647" actId="478"/>
          <ac:picMkLst>
            <pc:docMk/>
            <pc:sldMk cId="2190906100" sldId="278"/>
            <ac:picMk id="2050" creationId="{FCBD01F1-A656-6FF5-99F5-465EDBEA4B81}"/>
          </ac:picMkLst>
        </pc:picChg>
        <pc:picChg chg="add mod">
          <ac:chgData name="Likhith Duvvapu" userId="db34df0a85b8dc5c" providerId="LiveId" clId="{8D89A818-0BF1-48F4-820E-2260ABA3462D}" dt="2025-11-17T22:05:58.278" v="719" actId="1076"/>
          <ac:picMkLst>
            <pc:docMk/>
            <pc:sldMk cId="2190906100" sldId="278"/>
            <ac:picMk id="2052" creationId="{6108C0A6-574D-CE4B-4D24-1E82FD2B3124}"/>
          </ac:picMkLst>
        </pc:picChg>
        <pc:picChg chg="add mod">
          <ac:chgData name="Likhith Duvvapu" userId="db34df0a85b8dc5c" providerId="LiveId" clId="{8D89A818-0BF1-48F4-820E-2260ABA3462D}" dt="2025-11-17T19:50:29.695" v="657" actId="1076"/>
          <ac:picMkLst>
            <pc:docMk/>
            <pc:sldMk cId="2190906100" sldId="278"/>
            <ac:picMk id="2054" creationId="{60279557-9ED4-0288-D900-A3ADC1C0873D}"/>
          </ac:picMkLst>
        </pc:picChg>
        <pc:picChg chg="add mod">
          <ac:chgData name="Likhith Duvvapu" userId="db34df0a85b8dc5c" providerId="LiveId" clId="{8D89A818-0BF1-48F4-820E-2260ABA3462D}" dt="2025-11-17T22:06:12.355" v="721" actId="14100"/>
          <ac:picMkLst>
            <pc:docMk/>
            <pc:sldMk cId="2190906100" sldId="278"/>
            <ac:picMk id="2056" creationId="{2B625B5E-0D6E-D36E-DEE1-03B9FE85A507}"/>
          </ac:picMkLst>
        </pc:picChg>
      </pc:sldChg>
      <pc:sldChg chg="addSp modSp new mod ord">
        <pc:chgData name="Likhith Duvvapu" userId="db34df0a85b8dc5c" providerId="LiveId" clId="{8D89A818-0BF1-48F4-820E-2260ABA3462D}" dt="2025-11-17T17:04:15.400" v="530" actId="1076"/>
        <pc:sldMkLst>
          <pc:docMk/>
          <pc:sldMk cId="411185106" sldId="279"/>
        </pc:sldMkLst>
        <pc:spChg chg="add mod">
          <ac:chgData name="Likhith Duvvapu" userId="db34df0a85b8dc5c" providerId="LiveId" clId="{8D89A818-0BF1-48F4-820E-2260ABA3462D}" dt="2025-11-17T17:03:34.482" v="528" actId="20577"/>
          <ac:spMkLst>
            <pc:docMk/>
            <pc:sldMk cId="411185106" sldId="279"/>
            <ac:spMk id="3" creationId="{F01E96B3-DEF3-D4F5-8D60-428A04012FD9}"/>
          </ac:spMkLst>
        </pc:spChg>
        <pc:picChg chg="add mod">
          <ac:chgData name="Likhith Duvvapu" userId="db34df0a85b8dc5c" providerId="LiveId" clId="{8D89A818-0BF1-48F4-820E-2260ABA3462D}" dt="2025-11-17T17:04:15.400" v="530" actId="1076"/>
          <ac:picMkLst>
            <pc:docMk/>
            <pc:sldMk cId="411185106" sldId="279"/>
            <ac:picMk id="5" creationId="{4530AD80-BDBB-9456-AAFE-BB6712EECF5C}"/>
          </ac:picMkLst>
        </pc:picChg>
      </pc:sldChg>
      <pc:sldChg chg="addSp delSp modSp new mod">
        <pc:chgData name="Likhith Duvvapu" userId="db34df0a85b8dc5c" providerId="LiveId" clId="{8D89A818-0BF1-48F4-820E-2260ABA3462D}" dt="2025-11-17T17:09:46.092" v="615" actId="478"/>
        <pc:sldMkLst>
          <pc:docMk/>
          <pc:sldMk cId="1074510177" sldId="280"/>
        </pc:sldMkLst>
        <pc:spChg chg="add mod">
          <ac:chgData name="Likhith Duvvapu" userId="db34df0a85b8dc5c" providerId="LiveId" clId="{8D89A818-0BF1-48F4-820E-2260ABA3462D}" dt="2025-11-17T17:09:29.013" v="610" actId="1076"/>
          <ac:spMkLst>
            <pc:docMk/>
            <pc:sldMk cId="1074510177" sldId="280"/>
            <ac:spMk id="5" creationId="{29B1BAC5-AB37-1D31-58F0-0BB1A7FEEAE1}"/>
          </ac:spMkLst>
        </pc:spChg>
        <pc:spChg chg="add del mod">
          <ac:chgData name="Likhith Duvvapu" userId="db34df0a85b8dc5c" providerId="LiveId" clId="{8D89A818-0BF1-48F4-820E-2260ABA3462D}" dt="2025-11-17T17:09:13.320" v="606" actId="478"/>
          <ac:spMkLst>
            <pc:docMk/>
            <pc:sldMk cId="1074510177" sldId="280"/>
            <ac:spMk id="11" creationId="{6A2BD067-CD6F-A4AE-71A5-7A5E743AE2B7}"/>
          </ac:spMkLst>
        </pc:spChg>
        <pc:picChg chg="add mod">
          <ac:chgData name="Likhith Duvvapu" userId="db34df0a85b8dc5c" providerId="LiveId" clId="{8D89A818-0BF1-48F4-820E-2260ABA3462D}" dt="2025-11-17T17:04:51.936" v="533" actId="1076"/>
          <ac:picMkLst>
            <pc:docMk/>
            <pc:sldMk cId="1074510177" sldId="280"/>
            <ac:picMk id="3" creationId="{A1478E5C-BEC7-EDF3-CA18-6C7DA2720AAD}"/>
          </ac:picMkLst>
        </pc:picChg>
        <pc:picChg chg="add mod">
          <ac:chgData name="Likhith Duvvapu" userId="db34df0a85b8dc5c" providerId="LiveId" clId="{8D89A818-0BF1-48F4-820E-2260ABA3462D}" dt="2025-11-17T17:09:23.151" v="609" actId="1076"/>
          <ac:picMkLst>
            <pc:docMk/>
            <pc:sldMk cId="1074510177" sldId="280"/>
            <ac:picMk id="7" creationId="{F7083CBB-B574-01C9-90DD-243475333D5C}"/>
          </ac:picMkLst>
        </pc:picChg>
        <pc:picChg chg="add mod">
          <ac:chgData name="Likhith Duvvapu" userId="db34df0a85b8dc5c" providerId="LiveId" clId="{8D89A818-0BF1-48F4-820E-2260ABA3462D}" dt="2025-11-17T17:09:31.911" v="611" actId="1076"/>
          <ac:picMkLst>
            <pc:docMk/>
            <pc:sldMk cId="1074510177" sldId="280"/>
            <ac:picMk id="9" creationId="{AB36B696-6747-DF65-CA01-454A063F6D2B}"/>
          </ac:picMkLst>
        </pc:picChg>
        <pc:picChg chg="add del mod">
          <ac:chgData name="Likhith Duvvapu" userId="db34df0a85b8dc5c" providerId="LiveId" clId="{8D89A818-0BF1-48F4-820E-2260ABA3462D}" dt="2025-11-17T17:09:46.092" v="615" actId="478"/>
          <ac:picMkLst>
            <pc:docMk/>
            <pc:sldMk cId="1074510177" sldId="280"/>
            <ac:picMk id="13" creationId="{30992C3C-E7EE-1CF9-0683-04070A7CE94C}"/>
          </ac:picMkLst>
        </pc:picChg>
        <pc:picChg chg="add del mod">
          <ac:chgData name="Likhith Duvvapu" userId="db34df0a85b8dc5c" providerId="LiveId" clId="{8D89A818-0BF1-48F4-820E-2260ABA3462D}" dt="2025-11-17T17:08:59.995" v="604" actId="478"/>
          <ac:picMkLst>
            <pc:docMk/>
            <pc:sldMk cId="1074510177" sldId="280"/>
            <ac:picMk id="15" creationId="{687CD45A-DFA9-D13F-531E-0FE87D7C366A}"/>
          </ac:picMkLst>
        </pc:picChg>
      </pc:sldChg>
      <pc:sldChg chg="addSp modSp new mod">
        <pc:chgData name="Likhith Duvvapu" userId="db34df0a85b8dc5c" providerId="LiveId" clId="{8D89A818-0BF1-48F4-820E-2260ABA3462D}" dt="2025-11-17T17:10:49.456" v="625" actId="1076"/>
        <pc:sldMkLst>
          <pc:docMk/>
          <pc:sldMk cId="3129827882" sldId="281"/>
        </pc:sldMkLst>
        <pc:spChg chg="add mod">
          <ac:chgData name="Likhith Duvvapu" userId="db34df0a85b8dc5c" providerId="LiveId" clId="{8D89A818-0BF1-48F4-820E-2260ABA3462D}" dt="2025-11-17T17:10:49.456" v="625" actId="1076"/>
          <ac:spMkLst>
            <pc:docMk/>
            <pc:sldMk cId="3129827882" sldId="281"/>
            <ac:spMk id="6" creationId="{996520E4-C309-AF0B-965F-1453AFB6E06E}"/>
          </ac:spMkLst>
        </pc:spChg>
        <pc:picChg chg="add mod">
          <ac:chgData name="Likhith Duvvapu" userId="db34df0a85b8dc5c" providerId="LiveId" clId="{8D89A818-0BF1-48F4-820E-2260ABA3462D}" dt="2025-11-17T17:10:11.427" v="621" actId="1076"/>
          <ac:picMkLst>
            <pc:docMk/>
            <pc:sldMk cId="3129827882" sldId="281"/>
            <ac:picMk id="3" creationId="{514F72F9-2373-C10A-8F25-93DE096F8B70}"/>
          </ac:picMkLst>
        </pc:picChg>
        <pc:picChg chg="add mod">
          <ac:chgData name="Likhith Duvvapu" userId="db34df0a85b8dc5c" providerId="LiveId" clId="{8D89A818-0BF1-48F4-820E-2260ABA3462D}" dt="2025-11-17T17:10:13.637" v="622" actId="1076"/>
          <ac:picMkLst>
            <pc:docMk/>
            <pc:sldMk cId="3129827882" sldId="281"/>
            <ac:picMk id="4" creationId="{FE7A89A7-0C22-6685-014F-DC8799BB6DDF}"/>
          </ac:picMkLst>
        </pc:picChg>
      </pc:sldChg>
      <pc:sldChg chg="addSp modSp new mod">
        <pc:chgData name="Likhith Duvvapu" userId="db34df0a85b8dc5c" providerId="LiveId" clId="{8D89A818-0BF1-48F4-820E-2260ABA3462D}" dt="2025-11-17T17:12:14.631" v="641" actId="14100"/>
        <pc:sldMkLst>
          <pc:docMk/>
          <pc:sldMk cId="3824160768" sldId="282"/>
        </pc:sldMkLst>
        <pc:spChg chg="add mod">
          <ac:chgData name="Likhith Duvvapu" userId="db34df0a85b8dc5c" providerId="LiveId" clId="{8D89A818-0BF1-48F4-820E-2260ABA3462D}" dt="2025-11-17T17:12:14.631" v="641" actId="14100"/>
          <ac:spMkLst>
            <pc:docMk/>
            <pc:sldMk cId="3824160768" sldId="282"/>
            <ac:spMk id="3" creationId="{137F8CF4-3EE5-31CA-F32B-7C7B116D00D9}"/>
          </ac:spMkLst>
        </pc:spChg>
      </pc:sldChg>
      <pc:sldChg chg="addSp modSp new mod">
        <pc:chgData name="Likhith Duvvapu" userId="db34df0a85b8dc5c" providerId="LiveId" clId="{8D89A818-0BF1-48F4-820E-2260ABA3462D}" dt="2025-11-17T23:05:35.263" v="1416" actId="14100"/>
        <pc:sldMkLst>
          <pc:docMk/>
          <pc:sldMk cId="796918206" sldId="283"/>
        </pc:sldMkLst>
        <pc:spChg chg="mod">
          <ac:chgData name="Likhith Duvvapu" userId="db34df0a85b8dc5c" providerId="LiveId" clId="{8D89A818-0BF1-48F4-820E-2260ABA3462D}" dt="2025-11-17T23:01:55.989" v="1399" actId="14100"/>
          <ac:spMkLst>
            <pc:docMk/>
            <pc:sldMk cId="796918206" sldId="283"/>
            <ac:spMk id="2" creationId="{25796198-C63D-9008-3B4E-3F757D5E5291}"/>
          </ac:spMkLst>
        </pc:spChg>
        <pc:spChg chg="add mod">
          <ac:chgData name="Likhith Duvvapu" userId="db34df0a85b8dc5c" providerId="LiveId" clId="{8D89A818-0BF1-48F4-820E-2260ABA3462D}" dt="2025-11-17T23:02:02.138" v="1400" actId="1076"/>
          <ac:spMkLst>
            <pc:docMk/>
            <pc:sldMk cId="796918206" sldId="283"/>
            <ac:spMk id="3" creationId="{4FA33D35-1720-DE99-D0E0-90A0F9D2E9E7}"/>
          </ac:spMkLst>
        </pc:spChg>
        <pc:picChg chg="add mod">
          <ac:chgData name="Likhith Duvvapu" userId="db34df0a85b8dc5c" providerId="LiveId" clId="{8D89A818-0BF1-48F4-820E-2260ABA3462D}" dt="2025-11-17T23:05:08.117" v="1412" actId="1076"/>
          <ac:picMkLst>
            <pc:docMk/>
            <pc:sldMk cId="796918206" sldId="283"/>
            <ac:picMk id="4098" creationId="{D59CDBA9-8A8E-0C4C-95BA-0B68CEFC72CA}"/>
          </ac:picMkLst>
        </pc:picChg>
        <pc:picChg chg="add mod">
          <ac:chgData name="Likhith Duvvapu" userId="db34df0a85b8dc5c" providerId="LiveId" clId="{8D89A818-0BF1-48F4-820E-2260ABA3462D}" dt="2025-11-17T23:05:35.263" v="1416" actId="14100"/>
          <ac:picMkLst>
            <pc:docMk/>
            <pc:sldMk cId="796918206" sldId="283"/>
            <ac:picMk id="4100" creationId="{25AF50E2-8613-6C81-7A9C-B0E6FF0D6A0A}"/>
          </ac:picMkLst>
        </pc:picChg>
      </pc:sldChg>
      <pc:sldChg chg="modSp new del mod">
        <pc:chgData name="Likhith Duvvapu" userId="db34df0a85b8dc5c" providerId="LiveId" clId="{8D89A818-0BF1-48F4-820E-2260ABA3462D}" dt="2025-11-17T20:00:29.491" v="671" actId="47"/>
        <pc:sldMkLst>
          <pc:docMk/>
          <pc:sldMk cId="3054035183" sldId="283"/>
        </pc:sldMkLst>
        <pc:spChg chg="mod">
          <ac:chgData name="Likhith Duvvapu" userId="db34df0a85b8dc5c" providerId="LiveId" clId="{8D89A818-0BF1-48F4-820E-2260ABA3462D}" dt="2025-11-17T20:00:25.162" v="670" actId="20577"/>
          <ac:spMkLst>
            <pc:docMk/>
            <pc:sldMk cId="3054035183" sldId="283"/>
            <ac:spMk id="2" creationId="{75931940-7665-0473-A569-1EECFC3889F8}"/>
          </ac:spMkLst>
        </pc:spChg>
        <pc:spChg chg="mod">
          <ac:chgData name="Likhith Duvvapu" userId="db34df0a85b8dc5c" providerId="LiveId" clId="{8D89A818-0BF1-48F4-820E-2260ABA3462D}" dt="2025-11-17T20:00:20.344" v="664" actId="20577"/>
          <ac:spMkLst>
            <pc:docMk/>
            <pc:sldMk cId="3054035183" sldId="283"/>
            <ac:spMk id="3" creationId="{9E0C7F43-AC20-DBD0-F1FF-F6B2C19AB3A6}"/>
          </ac:spMkLst>
        </pc:spChg>
      </pc:sldChg>
      <pc:sldChg chg="new del">
        <pc:chgData name="Likhith Duvvapu" userId="db34df0a85b8dc5c" providerId="LiveId" clId="{8D89A818-0BF1-48F4-820E-2260ABA3462D}" dt="2025-11-17T20:00:43.872" v="673" actId="47"/>
        <pc:sldMkLst>
          <pc:docMk/>
          <pc:sldMk cId="3083270750" sldId="28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482589-CB2F-4003-801D-095B67490E73}" type="datetimeFigureOut">
              <a:rPr lang="en-US"/>
              <a:t>11/17/2025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A4844B-5D5D-4D8E-9E71-6B297DF4019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89861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7D4DBF-746C-4C25-853D-8A1CBE8404F4}" type="datetimeFigureOut">
              <a:rPr lang="en-US"/>
              <a:t>11/17/2025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E0FDE7-FE71-46E3-9512-437B13AD5F4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6979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4812" y="1524000"/>
            <a:ext cx="8839201" cy="32004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4813" y="4876800"/>
            <a:ext cx="7162799" cy="990600"/>
          </a:xfrm>
        </p:spPr>
        <p:txBody>
          <a:bodyPr lIns="91440"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50" baseline="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887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881DC1F7-A9E9-4D8B-8C97-C74523B2CF2A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086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3" y="3429000"/>
            <a:ext cx="9601201" cy="2286000"/>
          </a:xfrm>
        </p:spPr>
        <p:txBody>
          <a:bodyPr anchor="b">
            <a:normAutofit/>
          </a:bodyPr>
          <a:lstStyle>
            <a:lvl1pPr algn="l">
              <a:defRPr sz="48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685800"/>
            <a:ext cx="7543800" cy="1066800"/>
          </a:xfrm>
        </p:spPr>
        <p:txBody>
          <a:bodyPr lIns="91440" anchor="t"/>
          <a:lstStyle>
            <a:lvl1pPr marL="0" indent="0">
              <a:spcBef>
                <a:spcPts val="0"/>
              </a:spcBef>
              <a:buNone/>
              <a:defRPr sz="2000" cap="all" spc="250" baseline="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881DC1F7-A9E9-4D8B-8C97-C74523B2CF2A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889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3813" y="1828800"/>
            <a:ext cx="4648199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2" y="1828801"/>
            <a:ext cx="4648202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881DC1F7-A9E9-4D8B-8C97-C74523B2CF2A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78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1676400"/>
            <a:ext cx="4646376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3813" y="2438400"/>
            <a:ext cx="4648199" cy="3733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6812" y="1676400"/>
            <a:ext cx="4648201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6812" y="2438400"/>
            <a:ext cx="4648201" cy="3733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881DC1F7-A9E9-4D8B-8C97-C74523B2CF2A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692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881DC1F7-A9E9-4D8B-8C97-C74523B2CF2A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311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881DC1F7-A9E9-4D8B-8C97-C74523B2CF2A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631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08012" y="0"/>
            <a:ext cx="4883563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99452" y="0"/>
            <a:ext cx="4700684" cy="6858000"/>
          </a:xfrm>
          <a:prstGeom prst="rect">
            <a:avLst/>
          </a:prstGeom>
          <a:solidFill>
            <a:schemeClr val="accent2">
              <a:lumMod val="75000"/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3" y="685800"/>
            <a:ext cx="3581400" cy="38862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3" y="4724400"/>
            <a:ext cx="3581400" cy="140176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4413" y="685800"/>
            <a:ext cx="5484970" cy="5486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881DC1F7-A9E9-4D8B-8C97-C74523B2CF2A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575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608012" y="0"/>
            <a:ext cx="4883563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9452" y="0"/>
            <a:ext cx="4700684" cy="6858000"/>
          </a:xfrm>
          <a:prstGeom prst="rect">
            <a:avLst/>
          </a:prstGeom>
          <a:solidFill>
            <a:schemeClr val="accent2">
              <a:lumMod val="75000"/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3" y="685800"/>
            <a:ext cx="3581400" cy="38862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3" y="4724400"/>
            <a:ext cx="3581400" cy="140176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&#10;"/>
          <p:cNvSpPr>
            <a:spLocks noGrp="1"/>
          </p:cNvSpPr>
          <p:nvPr>
            <p:ph type="pic" idx="1"/>
          </p:nvPr>
        </p:nvSpPr>
        <p:spPr>
          <a:xfrm>
            <a:off x="6094413" y="685800"/>
            <a:ext cx="5486400" cy="5486400"/>
          </a:xfrm>
          <a:solidFill>
            <a:schemeClr val="tx2">
              <a:lumMod val="10000"/>
            </a:schemeClr>
          </a:solidFill>
          <a:ln w="50800">
            <a:solidFill>
              <a:schemeClr val="tx1"/>
            </a:solidFill>
            <a:miter lim="800000"/>
          </a:ln>
          <a:effectLst>
            <a:outerShdw blurRad="19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881DC1F7-A9E9-4D8B-8C97-C74523B2CF2A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934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lternate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5393372" y="0"/>
            <a:ext cx="67954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4812" y="0"/>
            <a:ext cx="6704012" cy="6858000"/>
          </a:xfrm>
          <a:prstGeom prst="rect">
            <a:avLst/>
          </a:prstGeom>
          <a:solidFill>
            <a:schemeClr val="accent2">
              <a:lumMod val="75000"/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3" y="685800"/>
            <a:ext cx="4267200" cy="38862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013" y="4724400"/>
            <a:ext cx="4267200" cy="14478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&#10;"/>
          <p:cNvSpPr>
            <a:spLocks noGrp="1"/>
          </p:cNvSpPr>
          <p:nvPr>
            <p:ph type="pic" idx="1"/>
          </p:nvPr>
        </p:nvSpPr>
        <p:spPr>
          <a:xfrm>
            <a:off x="6094413" y="685800"/>
            <a:ext cx="5486400" cy="5486400"/>
          </a:xfrm>
          <a:solidFill>
            <a:schemeClr val="tx2">
              <a:lumMod val="10000"/>
            </a:schemeClr>
          </a:solidFill>
          <a:ln w="50800">
            <a:solidFill>
              <a:schemeClr val="tx1"/>
            </a:solidFill>
            <a:miter lim="800000"/>
          </a:ln>
          <a:effectLst>
            <a:outerShdw blurRad="19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881DC1F7-A9E9-4D8B-8C97-C74523B2CF2A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36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881DC1F7-A9E9-4D8B-8C97-C74523B2CF2A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99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75812" y="685801"/>
            <a:ext cx="1219201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3813" y="685800"/>
            <a:ext cx="8153399" cy="54864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881DC1F7-A9E9-4D8B-8C97-C74523B2CF2A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202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3812" y="3810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4" y="1828800"/>
            <a:ext cx="96012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38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99412" y="6400801"/>
            <a:ext cx="13200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1DC1F7-A9E9-4D8B-8C97-C74523B2CF2A}" type="datetimeFigureOut">
              <a:rPr lang="en-US"/>
              <a:pPr/>
              <a:t>11/17/2025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75812" y="6400801"/>
            <a:ext cx="12192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542E4-2CCF-42F6-9D92-ED568035133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82099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2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6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800"/>
        </a:spcBef>
        <a:buFont typeface="Century" pitchFamily="18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indent="-22860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25880" indent="-22860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91640" indent="-22860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spcBef>
          <a:spcPts val="6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23160" indent="-228600" algn="l" defTabSz="914400" rtl="0" eaLnBrk="1" latinLnBrk="0" hangingPunct="1">
        <a:spcBef>
          <a:spcPts val="6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28600" algn="l" defTabSz="914400" rtl="0" eaLnBrk="1" latinLnBrk="0" hangingPunct="1">
        <a:spcBef>
          <a:spcPts val="6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54680" indent="-228600" algn="l" defTabSz="914400" rtl="0" eaLnBrk="1" latinLnBrk="0" hangingPunct="1">
        <a:spcBef>
          <a:spcPts val="6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Two-Body Problem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89CD603-EFD0-8144-845E-7FAF9A159C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86701" y="5949280"/>
            <a:ext cx="2808312" cy="576064"/>
          </a:xfrm>
        </p:spPr>
        <p:txBody>
          <a:bodyPr/>
          <a:lstStyle/>
          <a:p>
            <a:r>
              <a:rPr lang="en-IN" dirty="0"/>
              <a:t>D Likhith</a:t>
            </a:r>
          </a:p>
        </p:txBody>
      </p:sp>
    </p:spTree>
    <p:extLst>
      <p:ext uri="{BB962C8B-B14F-4D97-AF65-F5344CB8AC3E}">
        <p14:creationId xmlns:p14="http://schemas.microsoft.com/office/powerpoint/2010/main" val="3600820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(Fair) Assumptions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 bodies in free 3-dimensional space</a:t>
            </a:r>
          </a:p>
          <a:p>
            <a:r>
              <a:rPr lang="en-US" dirty="0"/>
              <a:t>No other force(s) involved other than the gravitational force by virtue of their masses</a:t>
            </a:r>
          </a:p>
          <a:p>
            <a:r>
              <a:rPr lang="en-US" dirty="0"/>
              <a:t>Define a reference frame. Draw position vectors from the center of masses of the two bodies               and masses</a:t>
            </a:r>
          </a:p>
          <a:p>
            <a:r>
              <a:rPr lang="en-US" dirty="0"/>
              <a:t>Let     be the relative distance between the 2 bodies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DBC561-D335-30AA-2DDB-DA9A953ED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348" y="3676605"/>
            <a:ext cx="1038370" cy="3238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56F033-6C07-6EAF-7204-9250BA71B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668" y="3663067"/>
            <a:ext cx="1352739" cy="3334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129C15-2922-7107-9ABA-8C17BF281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972" y="4221088"/>
            <a:ext cx="257211" cy="2381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4F865E-ED85-443C-3888-FC59F58718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7820" y="4149640"/>
            <a:ext cx="1952898" cy="381053"/>
          </a:xfrm>
          <a:prstGeom prst="rect">
            <a:avLst/>
          </a:prstGeom>
        </p:spPr>
      </p:pic>
      <p:pic>
        <p:nvPicPr>
          <p:cNvPr id="1026" name="Picture 2" descr="Two-body problem">
            <a:extLst>
              <a:ext uri="{FF2B5EF4-FFF2-40B4-BE49-F238E27FC236}">
                <a16:creationId xmlns:a16="http://schemas.microsoft.com/office/drawing/2014/main" id="{DE818E73-A475-32FD-4434-8E7D34934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283" y="4629150"/>
            <a:ext cx="2476500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0798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Content Layout with Table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5DE482-FEC7-C6F1-D37F-E6DF1C61E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966" y="1772816"/>
            <a:ext cx="2200582" cy="14956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FAAEAF-D1C1-7065-C210-C7E14D307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1966" y="3268450"/>
            <a:ext cx="6992326" cy="7621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D019B40-9A31-BED2-6D76-0664432F0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1966" y="4042865"/>
            <a:ext cx="6868484" cy="6096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D444055-8AC1-B730-5A16-C020305F9F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1966" y="4957350"/>
            <a:ext cx="3258005" cy="6096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51F5A6-9073-EF76-C82A-D363197CD7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1966" y="5846157"/>
            <a:ext cx="3505689" cy="53347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32BA0E4-C9D1-BB2D-42D7-7511C6230749}"/>
              </a:ext>
            </a:extLst>
          </p:cNvPr>
          <p:cNvSpPr txBox="1"/>
          <p:nvPr/>
        </p:nvSpPr>
        <p:spPr>
          <a:xfrm>
            <a:off x="5158308" y="5105370"/>
            <a:ext cx="559855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On integration:-</a:t>
            </a:r>
          </a:p>
          <a:p>
            <a:endParaRPr lang="en-IN" sz="2400" dirty="0"/>
          </a:p>
          <a:p>
            <a:r>
              <a:rPr lang="en-IN" sz="2400" dirty="0"/>
              <a:t>So total linear momentum of the system is conserved 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48180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F20CC17-F9D8-C47D-4D0B-CC74FD1A7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161" y="350326"/>
            <a:ext cx="2876951" cy="69542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F6D8467-5404-2C0A-896D-F39B56D7D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14" y="1610105"/>
            <a:ext cx="5353797" cy="91972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A6D37E0-1E41-D2D4-9B3C-DC83D0058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12" y="3200731"/>
            <a:ext cx="2676899" cy="144800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896D204-4AB1-9277-8B78-0DB67D0060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0316" y="4051314"/>
            <a:ext cx="2638793" cy="60015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90331DE-BBED-E3BA-8B0B-7016B125A775}"/>
              </a:ext>
            </a:extLst>
          </p:cNvPr>
          <p:cNvSpPr txBox="1"/>
          <p:nvPr/>
        </p:nvSpPr>
        <p:spPr>
          <a:xfrm>
            <a:off x="1125860" y="4938014"/>
            <a:ext cx="913722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This implies </a:t>
            </a:r>
            <a:r>
              <a:rPr lang="en-US" sz="2400" i="1" dirty="0"/>
              <a:t>it is constant also in direction</a:t>
            </a:r>
            <a:r>
              <a:rPr lang="en-US" sz="2400" dirty="0"/>
              <a:t>, not just </a:t>
            </a:r>
            <a:r>
              <a:rPr lang="en-US" sz="2400" dirty="0" err="1"/>
              <a:t>magnitide</a:t>
            </a:r>
            <a:r>
              <a:rPr lang="en-US" sz="2400" dirty="0"/>
              <a:t>. Therefore, </a:t>
            </a:r>
            <a:r>
              <a:rPr lang="en-US" sz="2400" b="1" dirty="0"/>
              <a:t>unless</a:t>
            </a:r>
            <a:r>
              <a:rPr lang="en-US" sz="2400" dirty="0"/>
              <a:t> the </a:t>
            </a:r>
            <a:r>
              <a:rPr lang="en-US" sz="2400" dirty="0" err="1"/>
              <a:t>centre</a:t>
            </a:r>
            <a:r>
              <a:rPr lang="en-US" sz="2400" dirty="0"/>
              <a:t> of mass is at rest, it is otherwise moving in a straight line, at a constant speed</a:t>
            </a:r>
          </a:p>
          <a:p>
            <a:pPr>
              <a:buNone/>
            </a:pPr>
            <a:r>
              <a:rPr lang="en-US" sz="2400" dirty="0"/>
              <a:t>So,        represents the initial position if it hasn’t moved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862403B-3690-4B82-4D1B-FE72E8EA45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7711" y="6069177"/>
            <a:ext cx="576064" cy="43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001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F66C1A-D0FE-ADF8-9AD8-05A411DBAD39}"/>
              </a:ext>
            </a:extLst>
          </p:cNvPr>
          <p:cNvSpPr txBox="1"/>
          <p:nvPr/>
        </p:nvSpPr>
        <p:spPr>
          <a:xfrm>
            <a:off x="405780" y="260648"/>
            <a:ext cx="79208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Now, for the </a:t>
            </a:r>
            <a:r>
              <a:rPr lang="en-US" sz="2400" b="1" dirty="0"/>
              <a:t>total angular momentum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Angular momentum is defined as                  , for any object relative to an origin, which we have in our reference frame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So, we have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F9E080-4DF1-815A-C125-BC54F968F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16" y="692696"/>
            <a:ext cx="1428949" cy="3715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2E9513-E484-F15B-C4F3-9F9104D3B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7988" y="2132856"/>
            <a:ext cx="4982270" cy="7240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4178D7D-22FA-5135-5C5B-B1EF64C900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796" y="3076526"/>
            <a:ext cx="4296375" cy="7049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65F9FE1-B692-2A09-3BDA-871DDC094A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380" y="3076526"/>
            <a:ext cx="3858163" cy="6287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7AEAF7-C25A-1C62-64C8-33EEE8FC1F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704" y="4221088"/>
            <a:ext cx="2486372" cy="7049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467EF94-9A88-D81D-78E7-61AE8E5175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0408" y="4182982"/>
            <a:ext cx="2534004" cy="74305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4E1E417-AE16-A975-2CAB-7BDC919F5306}"/>
              </a:ext>
            </a:extLst>
          </p:cNvPr>
          <p:cNvSpPr txBox="1"/>
          <p:nvPr/>
        </p:nvSpPr>
        <p:spPr>
          <a:xfrm>
            <a:off x="583704" y="5229200"/>
            <a:ext cx="90808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we know that R is a straight line and constant in magnitude. So, for our purposes, let’s keep R = 0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83070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45E3BC3-220D-3A41-D5E6-1B3E50F17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796" y="332656"/>
            <a:ext cx="5306165" cy="13813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8865510-4D24-70FA-CCF9-F18D27E3C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661" y="1701761"/>
            <a:ext cx="6487430" cy="8097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AAE862-1CF6-C01A-3933-13C9358612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796" y="2707723"/>
            <a:ext cx="4648849" cy="7525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46C17D-2BE9-B18F-DF46-C04FDF4EED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8468" y="2807749"/>
            <a:ext cx="2172003" cy="5525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A0C599-6280-B647-E9F0-9A908E6F10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847" y="3656527"/>
            <a:ext cx="3801005" cy="7716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473EB56-553E-2FB7-8A67-A6CBAC237B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8645" y="3840821"/>
            <a:ext cx="1609950" cy="38105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BA91FAE-8623-25F9-ED26-35629B3F62EC}"/>
              </a:ext>
            </a:extLst>
          </p:cNvPr>
          <p:cNvSpPr txBox="1"/>
          <p:nvPr/>
        </p:nvSpPr>
        <p:spPr>
          <a:xfrm>
            <a:off x="565847" y="4550601"/>
            <a:ext cx="1143322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Doesn’t have any sideways or perpendicular component(s), if you look at the formula, only depends on the position vectors</a:t>
            </a:r>
          </a:p>
          <a:p>
            <a:endParaRPr lang="en-US" sz="2400" dirty="0"/>
          </a:p>
          <a:p>
            <a:r>
              <a:rPr lang="en-US" sz="2400" dirty="0"/>
              <a:t>Therefore,               and angular momentum is conserved</a:t>
            </a:r>
          </a:p>
          <a:p>
            <a:r>
              <a:rPr lang="en-US" sz="2400" dirty="0"/>
              <a:t>Just like before, it is constant in magnitude &amp; direction, but this is angular momentum ⇒ in 3-D</a:t>
            </a:r>
            <a:endParaRPr lang="en-IN" sz="2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CB4E5F0-15CA-AF9C-6C77-53FADC4433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33972" y="5576347"/>
            <a:ext cx="1181265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94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AED99E-AB9E-5B1B-EE9F-A07631824F74}"/>
              </a:ext>
            </a:extLst>
          </p:cNvPr>
          <p:cNvSpPr txBox="1"/>
          <p:nvPr/>
        </p:nvSpPr>
        <p:spPr>
          <a:xfrm>
            <a:off x="1485900" y="3064630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Therefore, the 2 bodies </a:t>
            </a:r>
            <a:r>
              <a:rPr lang="en-US" sz="2400" b="1" dirty="0">
                <a:effectLst/>
              </a:rPr>
              <a:t>interact with each other in the same plane</a:t>
            </a:r>
            <a:endParaRPr lang="en-IN" sz="2400" dirty="0"/>
          </a:p>
        </p:txBody>
      </p:sp>
      <p:pic>
        <p:nvPicPr>
          <p:cNvPr id="2052" name="Picture 4" descr="Perpendicular Planet: A 90° Orbit Over ...">
            <a:extLst>
              <a:ext uri="{FF2B5EF4-FFF2-40B4-BE49-F238E27FC236}">
                <a16:creationId xmlns:a16="http://schemas.microsoft.com/office/drawing/2014/main" id="{6108C0A6-574D-CE4B-4D24-1E82FD2B3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5110" y="53073"/>
            <a:ext cx="5377780" cy="3011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solar system orbit on the same plane ...">
            <a:extLst>
              <a:ext uri="{FF2B5EF4-FFF2-40B4-BE49-F238E27FC236}">
                <a16:creationId xmlns:a16="http://schemas.microsoft.com/office/drawing/2014/main" id="{2B625B5E-0D6E-D36E-DEE1-03B9FE85A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876" y="4077071"/>
            <a:ext cx="7056784" cy="2742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0906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1E96B3-DEF3-D4F5-8D60-428A04012FD9}"/>
              </a:ext>
            </a:extLst>
          </p:cNvPr>
          <p:cNvSpPr txBox="1"/>
          <p:nvPr/>
        </p:nvSpPr>
        <p:spPr>
          <a:xfrm>
            <a:off x="477788" y="40466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Now, let’s look at the energy of the system</a:t>
            </a:r>
          </a:p>
          <a:p>
            <a:endParaRPr lang="en-IN" sz="2400" dirty="0"/>
          </a:p>
          <a:p>
            <a:r>
              <a:rPr lang="en-IN" sz="2400" dirty="0"/>
              <a:t>T = K + 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30AD80-BDBB-9456-AAFE-BB6712EEC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00808"/>
            <a:ext cx="12188825" cy="406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85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478E5C-BEC7-EDF3-CA18-6C7DA2720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0" y="5281"/>
            <a:ext cx="8373644" cy="29150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B1BAC5-AB37-1D31-58F0-0BB1A7FEEAE1}"/>
              </a:ext>
            </a:extLst>
          </p:cNvPr>
          <p:cNvSpPr txBox="1"/>
          <p:nvPr/>
        </p:nvSpPr>
        <p:spPr>
          <a:xfrm>
            <a:off x="3646140" y="3717032"/>
            <a:ext cx="412564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Now, differentiating this</a:t>
            </a:r>
          </a:p>
          <a:p>
            <a:r>
              <a:rPr lang="en-IN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083CBB-B574-01C9-90DD-243475333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85" y="3582960"/>
            <a:ext cx="2076740" cy="7811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36B696-6747-DF65-CA01-454A063F6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80" y="5025307"/>
            <a:ext cx="2867425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510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4F72F9-2373-C10A-8F25-93DE096F8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36" y="1700808"/>
            <a:ext cx="9526329" cy="27245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7A89A7-0C22-6685-014F-DC8799BB6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844" y="332656"/>
            <a:ext cx="2248214" cy="9050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6520E4-C309-AF0B-965F-1453AFB6E06E}"/>
              </a:ext>
            </a:extLst>
          </p:cNvPr>
          <p:cNvSpPr txBox="1"/>
          <p:nvPr/>
        </p:nvSpPr>
        <p:spPr>
          <a:xfrm>
            <a:off x="1197868" y="515719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So total energy is constant; conserved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29827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7F8CF4-3EE5-31CA-F32B-7C7B116D00D9}"/>
              </a:ext>
            </a:extLst>
          </p:cNvPr>
          <p:cNvSpPr txBox="1"/>
          <p:nvPr/>
        </p:nvSpPr>
        <p:spPr>
          <a:xfrm>
            <a:off x="261764" y="612844"/>
            <a:ext cx="11449272" cy="5840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This directly explains Kepler’s 2nd law: when one body comes closer in its orbit, it goes faster as the potential energy terms becomes a large negative number, KE increases by that much as well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Similar action when it orbits further away, it moves slowest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When the total energy is exactly 0, KE = PE, meaning the bodies have the perfect escape velocity, the trajectory results in a parabola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When total energy is &lt; 0, potential energy dominates since it is negative. The bodies do not have enough KE and so are gravitationally bound to each other, resulting in an ellipse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When total energy is &gt; 0, the opposite, resulting in a hyperbola. The bodies are free and are not bound.</a:t>
            </a:r>
          </a:p>
        </p:txBody>
      </p:sp>
    </p:spTree>
    <p:extLst>
      <p:ext uri="{BB962C8B-B14F-4D97-AF65-F5344CB8AC3E}">
        <p14:creationId xmlns:p14="http://schemas.microsoft.com/office/powerpoint/2010/main" val="3824160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Kepler's Second Law of Planetary Motion">
            <a:extLst>
              <a:ext uri="{FF2B5EF4-FFF2-40B4-BE49-F238E27FC236}">
                <a16:creationId xmlns:a16="http://schemas.microsoft.com/office/drawing/2014/main" id="{F598EE89-4317-72D3-682F-ED2DD880FC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828" y="764704"/>
            <a:ext cx="9862465" cy="5522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7541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96198-C63D-9008-3B4E-3F757D5E5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381000"/>
            <a:ext cx="9601200" cy="887760"/>
          </a:xfrm>
        </p:spPr>
        <p:txBody>
          <a:bodyPr/>
          <a:lstStyle/>
          <a:p>
            <a:r>
              <a:rPr lang="en-IN" dirty="0"/>
              <a:t>3-Body 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A33D35-1720-DE99-D0E0-90A0F9D2E9E7}"/>
              </a:ext>
            </a:extLst>
          </p:cNvPr>
          <p:cNvSpPr txBox="1"/>
          <p:nvPr/>
        </p:nvSpPr>
        <p:spPr>
          <a:xfrm>
            <a:off x="1267979" y="1484784"/>
            <a:ext cx="102012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Unsolvable, too many unknowns</a:t>
            </a:r>
          </a:p>
          <a:p>
            <a:endParaRPr lang="en-IN" sz="2400" dirty="0"/>
          </a:p>
          <a:p>
            <a:r>
              <a:rPr lang="en-IN" sz="2400" dirty="0"/>
              <a:t>We would have 3 position vectors, but no relative position vector to connect all 3</a:t>
            </a:r>
          </a:p>
          <a:p>
            <a:r>
              <a:rPr lang="en-IN" sz="2400" dirty="0"/>
              <a:t>More importantly, making microscopic changes dramatically changes the system in a very short period of time</a:t>
            </a:r>
          </a:p>
          <a:p>
            <a:endParaRPr lang="en-IN" sz="2400" dirty="0"/>
          </a:p>
          <a:p>
            <a:r>
              <a:rPr lang="en-IN" sz="2400" dirty="0"/>
              <a:t>When sending spacecraft, the approximate solutions are good enough, the 3-Body Problem demands a perfect answer, which is impossible</a:t>
            </a:r>
          </a:p>
          <a:p>
            <a:r>
              <a:rPr lang="en-IN" sz="2400" dirty="0"/>
              <a:t>In supercomputer simulations, the effect of each body is calculated and updated, one step at a time </a:t>
            </a:r>
            <a:r>
              <a:rPr lang="en-IN" sz="2400" b="1" i="1" dirty="0"/>
              <a:t>dt</a:t>
            </a:r>
          </a:p>
          <a:p>
            <a:endParaRPr lang="en-IN" sz="2400" b="1" i="1" dirty="0"/>
          </a:p>
          <a:p>
            <a:r>
              <a:rPr lang="en-IN" sz="2400" dirty="0"/>
              <a:t>The approximate solutions work very well, giving reliable predictions for long periods of time</a:t>
            </a:r>
          </a:p>
        </p:txBody>
      </p:sp>
      <p:pic>
        <p:nvPicPr>
          <p:cNvPr id="4098" name="Picture 2" descr="classical three-body problem ...">
            <a:extLst>
              <a:ext uri="{FF2B5EF4-FFF2-40B4-BE49-F238E27FC236}">
                <a16:creationId xmlns:a16="http://schemas.microsoft.com/office/drawing/2014/main" id="{D59CDBA9-8A8E-0C4C-95BA-0B68CEFC7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6420" y="591982"/>
            <a:ext cx="3168352" cy="1569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Three-body problem 3D on Vimeo">
            <a:extLst>
              <a:ext uri="{FF2B5EF4-FFF2-40B4-BE49-F238E27FC236}">
                <a16:creationId xmlns:a16="http://schemas.microsoft.com/office/drawing/2014/main" id="{25AF50E2-8613-6C81-7A9C-B0E6FF0D6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772" y="591982"/>
            <a:ext cx="2232248" cy="1569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6918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oodgrain 16x9">
  <a:themeElements>
    <a:clrScheme name="Woodgrain_16x9">
      <a:dk1>
        <a:sysClr val="windowText" lastClr="000000"/>
      </a:dk1>
      <a:lt1>
        <a:sysClr val="window" lastClr="FFFFFF"/>
      </a:lt1>
      <a:dk2>
        <a:srgbClr val="90B365"/>
      </a:dk2>
      <a:lt2>
        <a:srgbClr val="EEECE1"/>
      </a:lt2>
      <a:accent1>
        <a:srgbClr val="4283D2"/>
      </a:accent1>
      <a:accent2>
        <a:srgbClr val="6E9D35"/>
      </a:accent2>
      <a:accent3>
        <a:srgbClr val="DE6742"/>
      </a:accent3>
      <a:accent4>
        <a:srgbClr val="8F73DF"/>
      </a:accent4>
      <a:accent5>
        <a:srgbClr val="CB991B"/>
      </a:accent5>
      <a:accent6>
        <a:srgbClr val="7F7F7F"/>
      </a:accent6>
      <a:hlink>
        <a:srgbClr val="90B365"/>
      </a:hlink>
      <a:folHlink>
        <a:srgbClr val="7F7F7F"/>
      </a:folHlink>
    </a:clrScheme>
    <a:fontScheme name="Century">
      <a:majorFont>
        <a:latin typeface="Century"/>
        <a:ea typeface=""/>
        <a:cs typeface=""/>
      </a:majorFont>
      <a:minorFont>
        <a:latin typeface="Century"/>
        <a:ea typeface=""/>
        <a:cs typeface="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01115" id="{6D802E96-7B24-457C-A326-69AF839D4486}" vid="{C3FFE3C6-9A62-4BEA-9FE0-A8BC12B9BCCA}"/>
    </a:ext>
  </a:extLst>
</a:theme>
</file>

<file path=ppt/theme/theme2.xml><?xml version="1.0" encoding="utf-8"?>
<a:theme xmlns:a="http://schemas.openxmlformats.org/drawingml/2006/main" name="Office Theme">
  <a:themeElements>
    <a:clrScheme name="Woodgrain_16x9">
      <a:dk1>
        <a:sysClr val="windowText" lastClr="000000"/>
      </a:dk1>
      <a:lt1>
        <a:sysClr val="window" lastClr="FFFFFF"/>
      </a:lt1>
      <a:dk2>
        <a:srgbClr val="90B365"/>
      </a:dk2>
      <a:lt2>
        <a:srgbClr val="EEECE1"/>
      </a:lt2>
      <a:accent1>
        <a:srgbClr val="4283D2"/>
      </a:accent1>
      <a:accent2>
        <a:srgbClr val="6E9D35"/>
      </a:accent2>
      <a:accent3>
        <a:srgbClr val="DE6742"/>
      </a:accent3>
      <a:accent4>
        <a:srgbClr val="8F73DF"/>
      </a:accent4>
      <a:accent5>
        <a:srgbClr val="CB991B"/>
      </a:accent5>
      <a:accent6>
        <a:srgbClr val="7F7F7F"/>
      </a:accent6>
      <a:hlink>
        <a:srgbClr val="90B365"/>
      </a:hlink>
      <a:folHlink>
        <a:srgbClr val="7F7F7F"/>
      </a:folHlink>
    </a:clrScheme>
    <a:fontScheme name="Century">
      <a:majorFont>
        <a:latin typeface="Century"/>
        <a:ea typeface=""/>
        <a:cs typeface=""/>
      </a:majorFont>
      <a:minorFont>
        <a:latin typeface="Century"/>
        <a:ea typeface=""/>
        <a:cs typeface="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Woodgrain_16x9">
      <a:dk1>
        <a:sysClr val="windowText" lastClr="000000"/>
      </a:dk1>
      <a:lt1>
        <a:sysClr val="window" lastClr="FFFFFF"/>
      </a:lt1>
      <a:dk2>
        <a:srgbClr val="90B365"/>
      </a:dk2>
      <a:lt2>
        <a:srgbClr val="EEECE1"/>
      </a:lt2>
      <a:accent1>
        <a:srgbClr val="4283D2"/>
      </a:accent1>
      <a:accent2>
        <a:srgbClr val="6E9D35"/>
      </a:accent2>
      <a:accent3>
        <a:srgbClr val="DE6742"/>
      </a:accent3>
      <a:accent4>
        <a:srgbClr val="8F73DF"/>
      </a:accent4>
      <a:accent5>
        <a:srgbClr val="CB991B"/>
      </a:accent5>
      <a:accent6>
        <a:srgbClr val="7F7F7F"/>
      </a:accent6>
      <a:hlink>
        <a:srgbClr val="90B365"/>
      </a:hlink>
      <a:folHlink>
        <a:srgbClr val="7F7F7F"/>
      </a:folHlink>
    </a:clrScheme>
    <a:fontScheme name="Century">
      <a:majorFont>
        <a:latin typeface="Century"/>
        <a:ea typeface=""/>
        <a:cs typeface=""/>
      </a:majorFont>
      <a:minorFont>
        <a:latin typeface="Century"/>
        <a:ea typeface=""/>
        <a:cs typeface="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false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1360511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2011-12-12T13:37:00+00:00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2035-01-01T08:00:00+00:00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TP102801114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706531</LocLastLocAttemptVersionLookup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REDMOND\v-soujap</DisplayName>
        <AccountId>1954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14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3C20563B-C646-42AF-9D0D-76DF086793C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B9514F-6A45-47F4-BC6D-A865E29717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335E791-7449-4708-8DE9-182EC4D8A134}">
  <ds:schemaRefs>
    <ds:schemaRef ds:uri="4873beb7-5857-4685-be1f-d57550cc96cc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Woodgrain nature presentation (widescreen)</Template>
  <TotalTime>1345</TotalTime>
  <Words>500</Words>
  <Application>Microsoft Office PowerPoint</Application>
  <PresentationFormat>Custom</PresentationFormat>
  <Paragraphs>52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Century</vt:lpstr>
      <vt:lpstr>Woodgrain 16x9</vt:lpstr>
      <vt:lpstr>Two-Body Problem</vt:lpstr>
      <vt:lpstr>(Fair) Assumptions</vt:lpstr>
      <vt:lpstr>Two Content Layout with 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3-Body Problem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Likhith Duvvapu</dc:creator>
  <cp:lastModifiedBy>Likhith Duvvapu</cp:lastModifiedBy>
  <cp:revision>1</cp:revision>
  <dcterms:created xsi:type="dcterms:W3CDTF">2025-11-13T15:40:08Z</dcterms:created>
  <dcterms:modified xsi:type="dcterms:W3CDTF">2025-11-17T23:06:57Z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